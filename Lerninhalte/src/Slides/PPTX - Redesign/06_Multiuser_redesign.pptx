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06_Multiuser.odp.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Multi-Userfähigkeit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Handlungsnotwendige Kenntnisse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Kennt Anforderungen an das Datenbankmanagement-System bezüglich Multi-User-Fähigkeit.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Kennt Möglichkeiten ein mehrbenutzer-fähiges Rechtemanagement zu implementieren.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die wichtigsten Aspekte einer Multiuserfähigen Applikation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die Herausforderungen im Zusammenhang mit Multiuserfähigkeit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kannst Benutzer in der Datenbank anlegen und berechtigen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Singleuser- vs Multiuser-Applikation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6_Multiuser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Multiusersysteme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Herausforderungen - Security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Authentifizierung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Authorisierung (Rollen und Berechtigungen)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Verschlüsselung und Hashing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Multiusersysteme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Herausforderungen  - Performance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Kurze Antwortzeit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Ressourcensparend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Stabilität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Hoher Datendurchsatz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Hohe Verfügbarkeit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Infrastruktur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Netzwerk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usw.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Multiusersysteme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Herausforderungen  - Portabilität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Unterschiedliche Clients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Applikation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Applikation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Webinterface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Multiusersysteme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Herausforderungen  - Wartbarkeit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Code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Designpatterns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Testabdeckung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Dokumentation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Multiusersysteme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Nebenläufigkeit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 Benutzer dürfen sich nicht gegenseitig beim Zugriff auf Ressourcen (DB, File, etc) behindern oder blockieren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Mögliche Szenarien sind unter anderem: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Gegenseitiges Überschreiben der Daten (Lost Update)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Warteabhängigkeit (Deadlock)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multiuserfähige Applikation muss Inkonsistenzen auf Datenebene vermeiden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Multiuserfähige Datenbank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Voraussetzungen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Berechtigungssystem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Unterschiedliche Benutzer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Unterschiedliche Schema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Berechtigungen wie lesen, schreiben, löschen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Netzwerkfähigkeit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Verhinderung von Inkonsistenzen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Transaktionssteuerung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Multiuser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06_Multiuser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