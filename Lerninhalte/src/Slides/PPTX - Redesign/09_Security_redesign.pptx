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Redesign follows the supplied ICT-LearnFactory Brand Guide (Aptos typography; Charcoal Flux #272726, Hyper Teal #45D9C7, Lumen Zest #D9EB12, Abyss Teal #29948C; geometric brand-mark pattern language).
- Slide content is preserved from the uploaded source presentation 09_Security.odp.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2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/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56432"/>
            <a:ext cx="8138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Multi-User-Applikationen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objektorientiert realisieren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04672" y="4809744"/>
            <a:ext cx="182880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51572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646920" y="6144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08/16/26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53312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das Schichtenmodell der Informationssicherheit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den Unterschied zwischen Authorization und Authentication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kannst erklären, was Authorization und Authentication bedeuten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kennst das C.I.A. Dreieck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Daten sind schützenswerte Güter!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Zugriff auf sensible Daten sollte beschränkt und kontrolliert sein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 autorisierte Benutzer / Systeme dürfen auf die Daten zugreifen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Informationssicherheit ist eine grosse Herausforderung bei Multiuser-Applikationen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C.I.A. Dreieck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Ganzheitliche Sicherheit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Schichtenmodell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Schichtenmodell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Physische Sicherheit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Zugangskontrolle für Gebäude, Serverräume, etc.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Geräte trennen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Firewall, VPN, Router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Netzwerk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Netzwerk Segmente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Informationssicherheit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Schichtenmodell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Plattform / Betriebssystem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Update Management, Anti-Virus, lokale Firewall, Zugriffsberechtigungen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Applikation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Sicherheitsstandards beim Programmieren beachten, Zugriffsberechtigungen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Datenschutz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Daten verschlüsseln, starke Passwörter, hashen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Nachweis / Verifizierung einer Echtheit einer Eigenschaft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Z.B. der Nachweis, dass jemand wirklich der ist für den er sich ausgibt.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Methoden: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Wissen (Passwort, PIN, Sicherheitsfrage)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Besitz (Karte, Schlüssel, Zertifikat)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Biometrie (Fingerabdruck, Gesichtserkennung, etc)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713232"/>
            <a:ext cx="8366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Authorization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1024128" y="1581912"/>
            <a:ext cx="164592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01952"/>
            <a:ext cx="90982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Rechte hat ein authentifizierter Benutzer? / Was kann ein Benutzer tun?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Beispiel: User X darf die Operation Löschen der Resource Y ausführen</a:t>
            </a:r>
            <a:endParaRPr lang="en-US" sz="2346" dirty="0"/>
          </a:p>
          <a:p>
            <a:pPr indent="0" marL="0">
              <a:buNone/>
            </a:pPr>
            <a:r>
              <a:rPr lang="en-US" sz="2346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Kann z.B. pro Applikation, Formular oder Methode definiert werden</a:t>
            </a:r>
            <a:endParaRPr lang="en-US" sz="2346" dirty="0"/>
          </a:p>
        </p:txBody>
      </p:sp>
      <p:sp>
        <p:nvSpPr>
          <p:cNvPr id="11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Zusammenfassung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Web Token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621792"/>
            <a:ext cx="8458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 Web Token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1335024"/>
            <a:ext cx="14630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545336"/>
            <a:ext cx="9701784" cy="4608576"/>
          </a:xfrm>
          <a:prstGeom prst="rect">
            <a:avLst/>
          </a:prstGeom>
          <a:solidFill>
            <a:srgbClr val="FFFFFF"/>
          </a:solidFill>
          <a:ln w="8890">
            <a:solidFill>
              <a:srgbClr val="E4ECEB"/>
            </a:solidFill>
            <a:prstDash val="solid"/>
          </a:ln>
        </p:spPr>
      </p:sp>
      <p:pic>
        <p:nvPicPr>
          <p:cNvPr id="11" name="Image 0" descr="/mnt/data/batch_work/converted/09_Security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8406" y="1572768"/>
            <a:ext cx="8090428" cy="45537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384048"/>
            <a:ext cx="146304" cy="43891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384048"/>
            <a:ext cx="146304" cy="749808"/>
          </a:xfrm>
          <a:prstGeom prst="rect">
            <a:avLst/>
          </a:prstGeom>
          <a:solidFill>
            <a:srgbClr val="29948C"/>
          </a:solidFill>
          <a:ln w="12700">
            <a:solidFill>
              <a:srgbClr val="2994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2528" y="0"/>
            <a:ext cx="256032" cy="960120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0"/>
            <a:ext cx="256032" cy="640080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03152" y="5897880"/>
            <a:ext cx="237744" cy="749808"/>
          </a:xfrm>
          <a:prstGeom prst="rect">
            <a:avLst/>
          </a:prstGeom>
          <a:solidFill>
            <a:srgbClr val="45D9C7">
              <a:alpha val="92000"/>
            </a:srgbClr>
          </a:solidFill>
          <a:ln w="12700">
            <a:solidFill>
              <a:srgbClr val="45D9C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267712"/>
            <a:ext cx="5852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2727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Fragen?</a:t>
            </a:r>
            <a:endParaRPr lang="en-US" sz="6100" dirty="0"/>
          </a:p>
        </p:txBody>
      </p:sp>
      <p:sp>
        <p:nvSpPr>
          <p:cNvPr id="9" name="Shape 7"/>
          <p:cNvSpPr/>
          <p:nvPr/>
        </p:nvSpPr>
        <p:spPr>
          <a:xfrm>
            <a:off x="1170432" y="3538728"/>
            <a:ext cx="1920240" cy="73152"/>
          </a:xfrm>
          <a:prstGeom prst="rect">
            <a:avLst/>
          </a:prstGeom>
          <a:solidFill>
            <a:srgbClr val="D9EB12"/>
          </a:solidFill>
          <a:ln w="12700">
            <a:solidFill>
              <a:srgbClr val="D9EB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64465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ICT-LEARNFACTORY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2727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09_Security</dc:title>
  <dc:subject>Redesigned ICT-LearnFactory module presentation</dc:subject>
  <dc:creator>OpenAI</dc:creator>
  <cp:lastModifiedBy>OpenAI</cp:lastModifiedBy>
  <cp:revision>1</cp:revision>
  <dcterms:created xsi:type="dcterms:W3CDTF">2026-08-16T09:28:04Z</dcterms:created>
  <dcterms:modified xsi:type="dcterms:W3CDTF">2026-08-16T09:28:04Z</dcterms:modified>
</cp:coreProperties>
</file>