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05_DTOs-Services.odp.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DTOs und Services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 was DTOs sind und kennst deren Verwendungszweck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 wie du Entities in DTOs umwandeln kannst und umgekehrt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weisst wo das Service-Layer eingesetzt wird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Transfer Object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Repräsentation von Entities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Zur Übertragung von Daten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Senden ans Frontend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Minimiert auf das Nötigste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Kombinieren von Enitites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Transfer Object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5_DTOs-Services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zu DTO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5_DTOs-Services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DTO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vs Reponse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enthält meist mehr Felder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Bsp. Datenbank Id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als Erweiterung des Requests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Spezialfälle wie AuthRequest/AuthResponse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mit PW, Response mit Id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zu DTO und zurück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Controller erhält und sendet DTOs 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Service und die Repositories verwenden Entities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Entity zu DTO und umgekehrt im Controller oder Service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of Concerns: Hält die Geschäftslogik getrennt von Controllern und Repositories.  </a:t>
            </a:r>
            <a:endParaRPr lang="en-US" sz="2047" dirty="0"/>
          </a:p>
          <a:p>
            <a:pPr indent="0" marL="0">
              <a:buNone/>
            </a:pPr>
            <a:r>
              <a:rPr lang="en-US" sz="20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Reusability: Die Geschäftslogik kann in verschiedenen Teilen der Anwendung wiederverwendet werden.  </a:t>
            </a:r>
            <a:endParaRPr lang="en-US" sz="2047" dirty="0"/>
          </a:p>
          <a:p>
            <a:pPr indent="0" marL="0">
              <a:buNone/>
            </a:pPr>
            <a:r>
              <a:rPr lang="en-US" sz="20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Testability: Services können unabhängig von der HTTP-Schicht mittels Unit-Tests getestet werden.  </a:t>
            </a:r>
            <a:endParaRPr lang="en-US" sz="2047" dirty="0"/>
          </a:p>
          <a:p>
            <a:pPr indent="0" marL="0">
              <a:buNone/>
            </a:pPr>
            <a:r>
              <a:rPr lang="en-US" sz="20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Vereinfachte Controller: Controller koordinieren lediglich den Ablauf zwischen den Services und der HTTP-Schicht.  </a:t>
            </a:r>
            <a:endParaRPr lang="en-US" sz="2047" dirty="0"/>
          </a:p>
          <a:p>
            <a:pPr indent="0" marL="0">
              <a:buNone/>
            </a:pPr>
            <a:r>
              <a:rPr lang="en-US" sz="2047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Encapsulation: Services können Logik aus mehreren Repositories kombinieren oder komplexe Workflows abwickeln, die nicht in Controllern oder Repositories untergebracht werden sollten.</a:t>
            </a:r>
            <a:endParaRPr lang="en-US" sz="2047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1016" y="1143000"/>
            <a:ext cx="9518904" cy="4764024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9" name="Image 0" descr="/mnt/data/batch_work/converted/05_DTOs-Services/slid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164" y="1170432"/>
            <a:ext cx="8366608" cy="4709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 Services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05_DTOs-Services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