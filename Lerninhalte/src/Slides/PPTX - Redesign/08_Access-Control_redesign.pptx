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08_Access-Control.odp.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Control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Handlungsnotwendige Kenntnisse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Kennt spezifische Elemente für die Umsetzung von Multi-User-fähigen Benutzerschnittstellen (z.B. Profil, unterschiedliche Benutzersichten, Berechtigungskonzept, usw.).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Kennt Möglichkeiten, ein mehrbenutzer-fähiges Rechtemanagement zu implementieren.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Gruppen, Rollen und Rechte und weisst für was sie gebraucht werden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Möglichkeiten um Berechtigungen in .NET Core zu implementieren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Benutzer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Identität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Kann in einer oder mehreren Gruppen sein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Gruppe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Gruppierung mehrerer Benutzer mit gemeinsamen Merkmalen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Kann eine oder mehrere Rollen bekommen.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Rolle/Scope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Sammlung von Rechten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Definiert ob und wie auf Ressourcen zugegriffen werden kann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Mögliche Userverwaltung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Direktberechtigungen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8_Access-Control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Mögliche Userverwaltung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8_Access-Control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Mögliche Userverwaltung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Based Access Control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8_Access-Control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Berechtigungen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8_Access-Control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08_Access-Control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