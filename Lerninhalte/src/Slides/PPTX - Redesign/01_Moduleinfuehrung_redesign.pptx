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01_Moduleinfuehrung.odp.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01_Moduleinfuehrung.odp.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01_Moduleinfuehrung.odp.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01_Moduleinfuehrung.odp.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Moduleinführung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Lernziele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Einschätzen, ob eine Datenbank die Anforderungen der Multi-User-Fähigkeit erfüllt.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Applikation entwerfen und mittels Transaktionen Multi-User-Fähigkeit sicherstellen.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Datenbankanpassungen und Transaktionen implementieren.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Testspezifikation für funktionale und nicht-funktionale Aspekte der Multi-User-Fähigkeit definieren, Applikation testen und Tests protokollieren.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Moduleinfuehrung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Bewertung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Gruppenprojekt in 2-3er Teams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Dokumentation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Moduleinfuehrung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Moduleinfuehrung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01_Moduleinfuehrung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