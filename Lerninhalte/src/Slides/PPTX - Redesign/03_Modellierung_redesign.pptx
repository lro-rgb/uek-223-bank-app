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03_Modellierung.odp.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564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Multi-User-Applikationen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objektorientiert realisieren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04672" y="4809744"/>
            <a:ext cx="182880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572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Modellierung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646920" y="6144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08/16/26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Handlungsnotwendige Kenntnisse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Kennt die Umsetzung einer objekt-relationalen Abbildung eines Geschäftsobjektmodells und deren Spezifikation mittels UML (Klassendiagramm, Sequenzdiagramm).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 Kennt Möglichkeiten zur Dokumentation von Transaktionen im DBMS und in der Applikation.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statische und dynamische Analysemodelle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Vorgehen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Klassen identifizieren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Z.B. Person, Firma, etc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Vorgehen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41248" y="1664208"/>
            <a:ext cx="14173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38528"/>
            <a:ext cx="32461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Beziehungen definieren</a:t>
            </a:r>
            <a:endParaRPr lang="en-US" sz="1947" dirty="0"/>
          </a:p>
        </p:txBody>
      </p:sp>
      <p:sp>
        <p:nvSpPr>
          <p:cNvPr id="11" name="Shape 9"/>
          <p:cNvSpPr/>
          <p:nvPr/>
        </p:nvSpPr>
        <p:spPr>
          <a:xfrm>
            <a:off x="5047488" y="1389888"/>
            <a:ext cx="6409944" cy="4855464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2" name="Image 0" descr="/mnt/data/batch_work/converted/03_Modellierung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29136"/>
            <a:ext cx="6355080" cy="35769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Vorgehen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 identifizieren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Z.B. Name, Vorname bei Person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Funktionen identifizieren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Z.B. “bestätigen” bei Bestellung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Vererbung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Haben mehrere Objekte gleiche Attribute, kann eine (abstrakte) Oberklasse definiert werden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Z.B. Natürliche und juristische Person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Vorgehen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Zusammenfassen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Inhaltlich “benachbarte” Klassen zu einem Package zusammenfassen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Ergebnisse der statischen Modellierung sind folgende Strukturdiagramme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Klassendiagramm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Paketdiagramm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Klassendiagramm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Beispiel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3_Modellierung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Klassendiagramm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Cheat Sheet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3_Modellierung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ERD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Beispiel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3_Modellierung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Paketdiagramm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Cheat Sheet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3_Modellierung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Sequenzdiagramm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Cheat Sheet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3_Modellierung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Use-Case Diagramm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Cheat Sheet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3_Modellierung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6771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Fragen?</a:t>
            </a:r>
            <a:endParaRPr lang="en-US" sz="6100" dirty="0"/>
          </a:p>
        </p:txBody>
      </p:sp>
      <p:sp>
        <p:nvSpPr>
          <p:cNvPr id="9" name="Shape 7"/>
          <p:cNvSpPr/>
          <p:nvPr/>
        </p:nvSpPr>
        <p:spPr>
          <a:xfrm>
            <a:off x="1170432" y="3538728"/>
            <a:ext cx="19202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Modellierung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03_Modellierung</dc:title>
  <dc:subject>Redesigned ICT-LearnFactory module presentation</dc:subject>
  <dc:creator>OpenAI</dc:creator>
  <cp:lastModifiedBy>OpenAI</cp:lastModifiedBy>
  <cp:revision>1</cp:revision>
  <dcterms:created xsi:type="dcterms:W3CDTF">2026-08-16T09:28:04Z</dcterms:created>
  <dcterms:modified xsi:type="dcterms:W3CDTF">2026-08-16T09:28:04Z</dcterms:modified>
</cp:coreProperties>
</file>