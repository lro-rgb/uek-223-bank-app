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02_Softwarearchitektur.odp.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456432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Multi-User-Applikationen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objektorientiert realisieren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04672" y="4809744"/>
            <a:ext cx="182880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515721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Softwarearchitektur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646920" y="61447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08/16/26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53312" y="566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Handlungsnotwendige Kenntnisse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Kennt wichtige Architekturvarianten und -konzepte (Client/Server, Multi-Tier, Middleware, Framework, Klassenbibliothek).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Ziele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weisst, was man unter Softwarearchitektur versteht.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kennst wichtige Architekturvarianten und –patterns.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kennst die Vor- und Nachteile von verschiedenen Architekturen.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weisst, worauf du beim Entwurf der Softwarearchitektur bei Multiuser-Applikationen achten musst.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Softwarearchitektur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 ist das?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Aufteilung von Zuständigkeiten von Software in verschiedene 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Komponenten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Schichten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Exakt definierte Schnittstellen, z.B.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als Schnittstelle zum Server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Sprachen (z.B. SQL als Schnittstelle zur Datenbank)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Architekturbegriffe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Definiert eine funktionale Einheit, z.B. 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Userverwaltung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Zeiterfassung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Notifikationen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Architekturbegriffe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/ Applikation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41248" y="1664208"/>
            <a:ext cx="14173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38528"/>
            <a:ext cx="324612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Mehrere kombinierte Module, welche zusammen einen Zweck erfüllen sollen.</a:t>
            </a:r>
            <a:endParaRPr lang="en-US" sz="1947" dirty="0"/>
          </a:p>
        </p:txBody>
      </p:sp>
      <p:sp>
        <p:nvSpPr>
          <p:cNvPr id="11" name="Shape 9"/>
          <p:cNvSpPr/>
          <p:nvPr/>
        </p:nvSpPr>
        <p:spPr>
          <a:xfrm>
            <a:off x="5047488" y="1389888"/>
            <a:ext cx="6409944" cy="4855464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2" name="Image 0" descr="/mnt/data/batch_work/converted/02_Softwarearchitektur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029136"/>
            <a:ext cx="6355080" cy="35769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Architekturbegriffe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Systemgrenzen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41248" y="1664208"/>
            <a:ext cx="14173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38528"/>
            <a:ext cx="324612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Schnittstelle zu Umsystemen, z.B.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Mailserver eine E-Mail versenden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Google / Facebook einloggen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Fahrplan bei der SBB abfragen</a:t>
            </a:r>
            <a:endParaRPr lang="en-US" sz="1947" dirty="0"/>
          </a:p>
        </p:txBody>
      </p:sp>
      <p:sp>
        <p:nvSpPr>
          <p:cNvPr id="11" name="Shape 9"/>
          <p:cNvSpPr/>
          <p:nvPr/>
        </p:nvSpPr>
        <p:spPr>
          <a:xfrm>
            <a:off x="5047488" y="1389888"/>
            <a:ext cx="6409944" cy="4855464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2" name="Image 0" descr="/mnt/data/batch_work/converted/02_Softwarearchitektur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029136"/>
            <a:ext cx="6355080" cy="35769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Architekturbegriffe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Schichten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Physikalische Schichten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Logische Schichten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Physikalische Schichten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41248" y="1664208"/>
            <a:ext cx="14173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38528"/>
            <a:ext cx="324612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Mehrere, unterschiedliche physikalische Rechner…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…können an unterschiedlichen Standorten sein</a:t>
            </a:r>
            <a:endParaRPr lang="en-US" sz="1947" dirty="0"/>
          </a:p>
        </p:txBody>
      </p:sp>
      <p:sp>
        <p:nvSpPr>
          <p:cNvPr id="11" name="Shape 9"/>
          <p:cNvSpPr/>
          <p:nvPr/>
        </p:nvSpPr>
        <p:spPr>
          <a:xfrm>
            <a:off x="5047488" y="1389888"/>
            <a:ext cx="6409944" cy="4855464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2" name="Image 0" descr="/mnt/data/batch_work/converted/02_Softwarearchitektur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029136"/>
            <a:ext cx="6355080" cy="35769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Logische Schichten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41248" y="1664208"/>
            <a:ext cx="14173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38528"/>
            <a:ext cx="324612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Aufteilungen innerhalb von Software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Zugriffe zwischen Schichten sind strikt geregelt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Unidirektional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 Überspringen</a:t>
            </a:r>
            <a:endParaRPr lang="en-US" sz="1947" dirty="0"/>
          </a:p>
        </p:txBody>
      </p:sp>
      <p:sp>
        <p:nvSpPr>
          <p:cNvPr id="11" name="Shape 9"/>
          <p:cNvSpPr/>
          <p:nvPr/>
        </p:nvSpPr>
        <p:spPr>
          <a:xfrm>
            <a:off x="5047488" y="1389888"/>
            <a:ext cx="6409944" cy="4855464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2" name="Image 0" descr="/mnt/data/batch_work/converted/02_Softwarearchitektur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029136"/>
            <a:ext cx="6355080" cy="35769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Softwarearchitektur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Wozu?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Vorteile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Überschaubarkeit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Wiederverwendbarkeit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Skalierbarkeit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Wartbarkeit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Parallelisierbare Entwicklung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Nachteile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Höhere Komplexität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Architekturarten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1-Tier, 2-Tier, 3-Tier, n-Tier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41248" y="1664208"/>
            <a:ext cx="14173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38528"/>
            <a:ext cx="324612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 dem englischen tier: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Ebene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Reihe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1-tier: Einstufig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2-tier: Zweistufig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3-tier: Dreistufig</a:t>
            </a:r>
            <a:endParaRPr lang="en-US" sz="1947" dirty="0"/>
          </a:p>
          <a:p>
            <a:pPr indent="0" marL="0">
              <a:buNone/>
            </a:pPr>
            <a:r>
              <a:rPr lang="en-US" sz="19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n-tier: n-stufig</a:t>
            </a:r>
            <a:endParaRPr lang="en-US" sz="1947" dirty="0"/>
          </a:p>
        </p:txBody>
      </p:sp>
      <p:sp>
        <p:nvSpPr>
          <p:cNvPr id="11" name="Shape 9"/>
          <p:cNvSpPr/>
          <p:nvPr/>
        </p:nvSpPr>
        <p:spPr>
          <a:xfrm>
            <a:off x="5047488" y="1389888"/>
            <a:ext cx="6409944" cy="4855464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2" name="Image 0" descr="/mnt/data/batch_work/converted/02_Softwarearchitektur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029136"/>
            <a:ext cx="6355080" cy="35769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Beispielarchitekturen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1-Tier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2_Softwarearchitektur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Beispielarchitekturen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2-Tier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2_Softwarearchitektur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Beispielarchitekturen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3-Tier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2_Softwarearchitektur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Beispielarchitekturen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n-Tier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2_Softwarearchitektur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Beispielarchitekturen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n-Tier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2_Softwarearchitektur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Beispielarchitekturen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n-Tier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Beliebig viele weitere Schichten möglich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Caching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Messaging-Layers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267712"/>
            <a:ext cx="585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Fragen?</a:t>
            </a:r>
            <a:endParaRPr lang="en-US" sz="6100" dirty="0"/>
          </a:p>
        </p:txBody>
      </p:sp>
      <p:sp>
        <p:nvSpPr>
          <p:cNvPr id="9" name="Shape 7"/>
          <p:cNvSpPr/>
          <p:nvPr/>
        </p:nvSpPr>
        <p:spPr>
          <a:xfrm>
            <a:off x="1170432" y="3538728"/>
            <a:ext cx="19202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Softwarearchitektur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02_Softwarearchitektur</dc:title>
  <dc:subject>Redesigned ICT-LearnFactory module presentation</dc:subject>
  <dc:creator>OpenAI</dc:creator>
  <cp:lastModifiedBy>OpenAI</cp:lastModifiedBy>
  <cp:revision>1</cp:revision>
  <dcterms:created xsi:type="dcterms:W3CDTF">2026-08-16T09:28:04Z</dcterms:created>
  <dcterms:modified xsi:type="dcterms:W3CDTF">2026-08-16T09:28:04Z</dcterms:modified>
</cp:coreProperties>
</file>